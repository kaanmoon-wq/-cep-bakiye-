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Cep Bakiye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A078FF"/>
                </a:solidFill>
                <a:latin typeface="Calibri Light"/>
              </a:defRPr>
            </a:pPr>
            <a:r>
              <a:t>Finansal Hafızanız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Calibri"/>
              </a:defRPr>
            </a:pPr>
            <a:r>
              <a:t>Borç ve alacak takibinin en zarif hali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SORUN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Excel ve WhatsApp mesajları</a:t>
            </a:r>
            <a:br/>
            <a:r>
              <a:t>arasında kaybolan alacaklar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999999"/>
                </a:solidFill>
                <a:latin typeface="Calibri"/>
              </a:defRPr>
            </a:pPr>
            <a:r>
              <a:t>Karmaşık e-tablolar — kimin ne kadar borcu olduğunu takip etmek imkansız</a:t>
            </a:r>
          </a:p>
          <a:p>
            <a:pPr>
              <a:spcAft>
                <a:spcPts val="1200"/>
              </a:spcAft>
              <a:defRPr sz="2000">
                <a:solidFill>
                  <a:srgbClr val="999999"/>
                </a:solidFill>
                <a:latin typeface="Calibri"/>
              </a:defRPr>
            </a:pPr>
            <a:r>
              <a:t>WhatsApp mesajlarında kaybolan hatırlatmalar</a:t>
            </a:r>
          </a:p>
          <a:p>
            <a:pPr>
              <a:spcAft>
                <a:spcPts val="1200"/>
              </a:spcAft>
              <a:defRPr sz="2000">
                <a:solidFill>
                  <a:srgbClr val="999999"/>
                </a:solidFill>
                <a:latin typeface="Calibri"/>
              </a:defRPr>
            </a:pPr>
            <a:r>
              <a:t>Hiçbir mobil uygulama bu kadar basit ve şık değil</a:t>
            </a:r>
          </a:p>
          <a:p>
            <a:pPr>
              <a:spcAft>
                <a:spcPts val="1200"/>
              </a:spcAft>
              <a:defRPr sz="2000">
                <a:solidFill>
                  <a:srgbClr val="999999"/>
                </a:solidFill>
                <a:latin typeface="Calibri"/>
              </a:defRPr>
            </a:pPr>
            <a:r>
              <a:t>Mahremiyet endişesi — verileriniz bulutta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ÇÖZÜM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Cep Bakiye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99999"/>
                </a:solidFill>
                <a:latin typeface="Calibri"/>
              </a:defRPr>
            </a:pPr>
            <a:r>
              <a:t>3 saniyede borç kaydı — karmaşık formlara veda</a:t>
            </a:r>
          </a:p>
          <a:p>
            <a:pPr>
              <a:spcAft>
                <a:spcPts val="1200"/>
              </a:spcAft>
              <a:defRPr sz="2200">
                <a:solidFill>
                  <a:srgbClr val="999999"/>
                </a:solidFill>
                <a:latin typeface="Calibri"/>
              </a:defRPr>
            </a:pPr>
            <a:r>
              <a:t>%100 yerel — veriler sunucuya gitmez</a:t>
            </a:r>
          </a:p>
          <a:p>
            <a:pPr>
              <a:spcAft>
                <a:spcPts val="1200"/>
              </a:spcAft>
              <a:defRPr sz="2200">
                <a:solidFill>
                  <a:srgbClr val="999999"/>
                </a:solidFill>
                <a:latin typeface="Calibri"/>
              </a:defRPr>
            </a:pPr>
            <a:r>
              <a:t>Sıfır çerez, sıfır takip, sıfır reklam</a:t>
            </a:r>
          </a:p>
          <a:p>
            <a:pPr>
              <a:spcAft>
                <a:spcPts val="1200"/>
              </a:spcAft>
              <a:defRPr sz="2200">
                <a:solidFill>
                  <a:srgbClr val="999999"/>
                </a:solidFill>
                <a:latin typeface="Calibri"/>
              </a:defRPr>
            </a:pPr>
            <a:r>
              <a:t>Çevrimdışı çalışır, her zaman yanınızda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78FF"/>
                </a:solidFill>
                <a:latin typeface="Calibri"/>
              </a:defRPr>
            </a:pPr>
            <a:r>
              <a:t>ÖZELLİKLER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Neden Cep Bakiye?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Şimşek Hızında Kayıt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Saniyeler içinde borç ekle, kaydet, unut.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Akıllı Bakiye Özeti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Tüm borç ve alacaklar tek bir net sayıda.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Gruplar ve Etkinlikler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Ev arkadaşı, ofis, tatil — ayrı ayrı yönet.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İnternetsiz Çalışma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5778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Metroda, uçakta, her yerde hesap takibi.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E0B0"/>
                </a:solidFill>
                <a:latin typeface="Calibri"/>
              </a:defRPr>
            </a:pPr>
            <a:r>
              <a:t>MAHREMİYET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Verileriniz cihazınızda,</a:t>
            </a:r>
            <a:br/>
            <a:r>
              <a:t>bizde değil.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999999"/>
                </a:solidFill>
                <a:latin typeface="Calibri"/>
              </a:defRPr>
            </a:pPr>
            <a:r>
              <a:t>Bankanıza bağlanmayız — zorunda değiliz</a:t>
            </a:r>
          </a:p>
          <a:p>
            <a:pPr>
              <a:spcAft>
                <a:spcPts val="1200"/>
              </a:spcAft>
              <a:defRPr sz="2000">
                <a:solidFill>
                  <a:srgbClr val="999999"/>
                </a:solidFill>
                <a:latin typeface="Calibri"/>
              </a:defRPr>
            </a:pPr>
            <a:r>
              <a:t>Tüm veriler şifrelenmiş, cihazınızda</a:t>
            </a:r>
          </a:p>
          <a:p>
            <a:pPr>
              <a:spcAft>
                <a:spcPts val="1200"/>
              </a:spcAft>
              <a:defRPr sz="2000">
                <a:solidFill>
                  <a:srgbClr val="999999"/>
                </a:solidFill>
                <a:latin typeface="Calibri"/>
              </a:defRPr>
            </a:pPr>
            <a:r>
              <a:t>İnternet bağlantısı gerektirmez</a:t>
            </a:r>
          </a:p>
          <a:p>
            <a:pPr>
              <a:spcAft>
                <a:spcPts val="1200"/>
              </a:spcAft>
              <a:defRPr sz="2000">
                <a:solidFill>
                  <a:srgbClr val="999999"/>
                </a:solidFill>
                <a:latin typeface="Calibri"/>
              </a:defRPr>
            </a:pPr>
            <a:r>
              <a:t>Bulut yok, risk yok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Şimdi İndir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78FF"/>
                </a:solidFill>
                <a:latin typeface="Calibri"/>
              </a:defRPr>
            </a:pPr>
            <a:r>
              <a:t>Android 7.0+  •  58 MB  •  Tamamen Ücretsiz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cepbakiye.apk — yan taraftan yükleyin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İletişim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78FF"/>
                </a:solidFill>
                <a:latin typeface="Calibri"/>
              </a:defRPr>
            </a:pPr>
            <a:r>
              <a:t>kaanay918@gmail.com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@kaanmoonwq — Instagram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